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8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F6DA-6529-E085-1616-D63327FD6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39712-246E-5E06-FF05-752B34646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C316F-A813-2D05-BF96-342376DFD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6DEC4-2C5B-2F9B-00BE-6D3F784D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BBAB0-BA4D-9A90-EE9A-A1145BB4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40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AE2DE-2252-625B-FB4D-DE38FCAB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742EF-F3D2-1266-7F90-5A239687A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0275F-2741-3BA2-B190-D10D68B3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3A0B7-263C-38E1-2ABF-28C7B2E48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9904E-60FB-7483-6D79-280661D5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84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6A58-D856-619E-35E0-C85DA125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044D-8782-C845-EAE5-19BE5EAB4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28FFD-A0DA-687F-0F60-AAB75309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6AAEC-84F4-4566-1AAD-2856F494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C63AC-A709-3C91-CE88-6458E91E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1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5B72-1844-4B24-5013-943A64D5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40993-91DF-6DED-F02A-477C023D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2C1D1-3F06-B747-FE69-763786150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269A7-F187-2E3F-A147-0303E6349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A6CF6-9DED-09D8-4D65-D5874C6BD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FB751-0D95-AB2A-1DBF-2C9D5AEF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3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96587-FA20-3E5B-595E-7B60E1C0E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A521-C11A-7F88-789E-1DC6B5E82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0558B-5882-AB0A-DCDE-7C7CDF848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B9539-D806-2D60-201C-6A29CA1BF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54E32-8B35-DC15-EF87-30738CBA2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F2E004-0BD0-E84A-7BAE-A9EC6067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6CAFFB-4788-67A1-AF5C-1CC0BAFD8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68EF5-C422-D003-A3DE-6B9A0743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63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BEFB-70D8-5FDC-FD15-898C3CEA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0019C-DE04-568E-1A8A-A8777DA26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B5D31-85D1-E289-74D8-6655F204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A8EEB-4940-2E23-9D23-64E08103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0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57AB83-1B7A-6362-5249-CE07E832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8E0062-6B89-D1D2-161B-8B4206A8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A3B43-9A54-61CB-8FA1-E39C586A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7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0736-10BC-046A-57B8-89D4F0AA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D8AD-3235-FBA2-B6FC-9EBD47630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96417-B1B7-3359-8783-F1756D9F7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7E0DC-2A5B-72F5-9C38-094BF478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311ED-212A-96AB-9B78-444A35323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58101-DC69-2505-F45B-8DD881A0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7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8E45-BFC9-F0C9-4FBE-BB71D6CC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CF2F43-C32F-12B2-F640-63CD8957F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3A7C2-175F-17C1-C182-C29386296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C5873-DDC3-AF07-F594-7712365E1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1AEFF-1400-D022-3595-85EB41D5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9EAD7-5A6D-30DE-F16F-5C39E730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1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D86AF-B0E5-AAD4-73FD-46E1BB1D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A24BB-F634-9C38-9C95-69B2E0D22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4BFEB-F8C7-15AC-ADC3-8B95CA8E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20E1A-EEB8-4066-ABA0-8AF24B67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768B7-AB73-F8B3-E13C-77D362B4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98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FF9C44-1BFF-007D-8C5E-A0701E533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AE86D-311C-BB98-0389-70A41A9E7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BFB30-CBB0-200D-938E-DDE656BDD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AD473-47EF-567F-D5BD-611D5EFE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B57CB-96C7-BA1C-A006-A325BC850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20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B96143-AE68-84C4-0F63-310A5D32F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D3487-3EFD-0773-718A-3C09AEEC2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8C483-F8A8-A3CD-B562-93F91F1B97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C8F16-DF28-4DB1-8FEE-5E87A294058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25D37-2730-687A-677D-54A3FD63F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F763A-7D7B-C65B-87B5-CCF777986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79BEB-05D7-49BF-A91C-C5B632635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2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6F0F7F1-41F1-8218-BC4A-11EDE16120D7}"/>
              </a:ext>
            </a:extLst>
          </p:cNvPr>
          <p:cNvSpPr/>
          <p:nvPr/>
        </p:nvSpPr>
        <p:spPr>
          <a:xfrm>
            <a:off x="9042400" y="2636982"/>
            <a:ext cx="2235200" cy="22352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979A03-59BB-71E5-0F19-3859A46006AF}"/>
              </a:ext>
            </a:extLst>
          </p:cNvPr>
          <p:cNvGrpSpPr/>
          <p:nvPr/>
        </p:nvGrpSpPr>
        <p:grpSpPr>
          <a:xfrm>
            <a:off x="646545" y="221673"/>
            <a:ext cx="2235200" cy="2235200"/>
            <a:chOff x="646545" y="221673"/>
            <a:chExt cx="2235200" cy="2235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E8FA091-05DD-3D1F-F7C5-10759FD736B0}"/>
                </a:ext>
              </a:extLst>
            </p:cNvPr>
            <p:cNvSpPr/>
            <p:nvPr/>
          </p:nvSpPr>
          <p:spPr>
            <a:xfrm>
              <a:off x="646545" y="221673"/>
              <a:ext cx="2235200" cy="2235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21BFB98-0F04-8EA9-E1EE-836F1E3F9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72415" y="547543"/>
              <a:ext cx="1583459" cy="1583459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D03633-1325-876A-A7C0-64B2E4FBDEFB}"/>
              </a:ext>
            </a:extLst>
          </p:cNvPr>
          <p:cNvGrpSpPr/>
          <p:nvPr/>
        </p:nvGrpSpPr>
        <p:grpSpPr>
          <a:xfrm>
            <a:off x="3519054" y="221673"/>
            <a:ext cx="2235200" cy="2235200"/>
            <a:chOff x="3519054" y="221673"/>
            <a:chExt cx="2235200" cy="2235200"/>
          </a:xfrm>
          <a:solidFill>
            <a:schemeClr val="bg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8369B4-A369-4E83-26D0-BE35DBC6C830}"/>
                </a:ext>
              </a:extLst>
            </p:cNvPr>
            <p:cNvSpPr/>
            <p:nvPr/>
          </p:nvSpPr>
          <p:spPr>
            <a:xfrm>
              <a:off x="3519054" y="221673"/>
              <a:ext cx="2235200" cy="2235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Asseco Resovia Rzeszów">
              <a:extLst>
                <a:ext uri="{FF2B5EF4-FFF2-40B4-BE49-F238E27FC236}">
                  <a16:creationId xmlns:a16="http://schemas.microsoft.com/office/drawing/2014/main" id="{7DD4AF17-8303-2E8E-68DF-E3065C9510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4654" y="547002"/>
              <a:ext cx="1584000" cy="1584000"/>
            </a:xfrm>
            <a:prstGeom prst="rect">
              <a:avLst/>
            </a:prstGeom>
            <a:solidFill>
              <a:srgbClr val="FFFFFF"/>
            </a:solidFill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FAE6BA-0D40-A944-7847-D86EA40EE8C5}"/>
              </a:ext>
            </a:extLst>
          </p:cNvPr>
          <p:cNvGrpSpPr/>
          <p:nvPr/>
        </p:nvGrpSpPr>
        <p:grpSpPr>
          <a:xfrm>
            <a:off x="6239163" y="221673"/>
            <a:ext cx="2235200" cy="2235200"/>
            <a:chOff x="6239163" y="221673"/>
            <a:chExt cx="2235200" cy="2235200"/>
          </a:xfrm>
          <a:solidFill>
            <a:schemeClr val="bg1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FEF571-4526-E41E-D996-B71644023833}"/>
                </a:ext>
              </a:extLst>
            </p:cNvPr>
            <p:cNvSpPr/>
            <p:nvPr/>
          </p:nvSpPr>
          <p:spPr>
            <a:xfrm>
              <a:off x="6239163" y="221673"/>
              <a:ext cx="2235200" cy="2235200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8" name="Picture 4" descr="BOGDANKA LUK Lublin">
              <a:extLst>
                <a:ext uri="{FF2B5EF4-FFF2-40B4-BE49-F238E27FC236}">
                  <a16:creationId xmlns:a16="http://schemas.microsoft.com/office/drawing/2014/main" id="{D738385F-F0DF-AF68-A7D9-77B1991F9A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4763" y="547002"/>
              <a:ext cx="1584000" cy="1584000"/>
            </a:xfrm>
            <a:prstGeom prst="rect">
              <a:avLst/>
            </a:prstGeom>
            <a:grpFill/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674485-2F14-9D54-A64D-005E9BFC31AF}"/>
              </a:ext>
            </a:extLst>
          </p:cNvPr>
          <p:cNvGrpSpPr/>
          <p:nvPr/>
        </p:nvGrpSpPr>
        <p:grpSpPr>
          <a:xfrm>
            <a:off x="9042400" y="221673"/>
            <a:ext cx="2235200" cy="2235200"/>
            <a:chOff x="9042400" y="221673"/>
            <a:chExt cx="2235200" cy="2235200"/>
          </a:xfrm>
          <a:solidFill>
            <a:schemeClr val="bg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444AEF-A0C6-E100-74FA-989C16BCCD6F}"/>
                </a:ext>
              </a:extLst>
            </p:cNvPr>
            <p:cNvSpPr/>
            <p:nvPr/>
          </p:nvSpPr>
          <p:spPr>
            <a:xfrm>
              <a:off x="9042400" y="221673"/>
              <a:ext cx="2235200" cy="2235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 descr="Indykpol AZS Olsztyn">
              <a:extLst>
                <a:ext uri="{FF2B5EF4-FFF2-40B4-BE49-F238E27FC236}">
                  <a16:creationId xmlns:a16="http://schemas.microsoft.com/office/drawing/2014/main" id="{AFD8C940-1942-EC17-D04E-E55CBB89C0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68000" y="542384"/>
              <a:ext cx="1584000" cy="1584000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E55B4D-CC1D-B77E-D64F-527FDB1A0155}"/>
              </a:ext>
            </a:extLst>
          </p:cNvPr>
          <p:cNvGrpSpPr/>
          <p:nvPr/>
        </p:nvGrpSpPr>
        <p:grpSpPr>
          <a:xfrm>
            <a:off x="646545" y="2636982"/>
            <a:ext cx="2235200" cy="2235200"/>
            <a:chOff x="646545" y="2636982"/>
            <a:chExt cx="2235200" cy="2235200"/>
          </a:xfrm>
          <a:solidFill>
            <a:schemeClr val="bg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89D1509-EF59-B7B6-A9F2-C032FE00CDA6}"/>
                </a:ext>
              </a:extLst>
            </p:cNvPr>
            <p:cNvSpPr/>
            <p:nvPr/>
          </p:nvSpPr>
          <p:spPr>
            <a:xfrm>
              <a:off x="646545" y="2636982"/>
              <a:ext cx="2235200" cy="2235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2" name="Picture 8" descr="PGE GiEK SKRA Bełchatów">
              <a:extLst>
                <a:ext uri="{FF2B5EF4-FFF2-40B4-BE49-F238E27FC236}">
                  <a16:creationId xmlns:a16="http://schemas.microsoft.com/office/drawing/2014/main" id="{F6A4C096-1803-6B65-8CA2-98ECFB223A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874" y="2962582"/>
              <a:ext cx="1584000" cy="1584000"/>
            </a:xfrm>
            <a:prstGeom prst="rect">
              <a:avLst/>
            </a:prstGeom>
            <a:grpFill/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6967ADF-5009-6D06-1FE0-06A99FC93376}"/>
              </a:ext>
            </a:extLst>
          </p:cNvPr>
          <p:cNvGrpSpPr/>
          <p:nvPr/>
        </p:nvGrpSpPr>
        <p:grpSpPr>
          <a:xfrm>
            <a:off x="3519054" y="2636982"/>
            <a:ext cx="2235200" cy="2235200"/>
            <a:chOff x="3519054" y="2636982"/>
            <a:chExt cx="2235200" cy="2235200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822A3B-2AB2-AD75-1E4F-D3ABDEA1B64B}"/>
                </a:ext>
              </a:extLst>
            </p:cNvPr>
            <p:cNvSpPr/>
            <p:nvPr/>
          </p:nvSpPr>
          <p:spPr>
            <a:xfrm>
              <a:off x="3519054" y="2636982"/>
              <a:ext cx="2235200" cy="2235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4" name="Picture 10" descr="JSW Jastrzębski Węgiel">
              <a:extLst>
                <a:ext uri="{FF2B5EF4-FFF2-40B4-BE49-F238E27FC236}">
                  <a16:creationId xmlns:a16="http://schemas.microsoft.com/office/drawing/2014/main" id="{DF9C3218-26A3-591D-1605-C23187A6B9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4654" y="2962582"/>
              <a:ext cx="1584000" cy="1584000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CDB95BE-6701-16BA-C193-24665A8AC662}"/>
              </a:ext>
            </a:extLst>
          </p:cNvPr>
          <p:cNvGrpSpPr/>
          <p:nvPr/>
        </p:nvGrpSpPr>
        <p:grpSpPr>
          <a:xfrm>
            <a:off x="6239163" y="2636982"/>
            <a:ext cx="2235200" cy="2235200"/>
            <a:chOff x="6239163" y="2636982"/>
            <a:chExt cx="2235200" cy="2235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9349CB-47A0-D4F0-9BFB-ECFDE849E90C}"/>
                </a:ext>
              </a:extLst>
            </p:cNvPr>
            <p:cNvSpPr/>
            <p:nvPr/>
          </p:nvSpPr>
          <p:spPr>
            <a:xfrm>
              <a:off x="6239163" y="2636982"/>
              <a:ext cx="2235200" cy="2235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2" descr="PGE Projekt Warszawa">
              <a:extLst>
                <a:ext uri="{FF2B5EF4-FFF2-40B4-BE49-F238E27FC236}">
                  <a16:creationId xmlns:a16="http://schemas.microsoft.com/office/drawing/2014/main" id="{B33FF16B-6011-CECF-3F92-ADD4A49C08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4763" y="2962582"/>
              <a:ext cx="1584000" cy="1584000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131800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Tomek Dybka</dc:creator>
  <cp:lastModifiedBy>Tomek Dybka</cp:lastModifiedBy>
  <cp:revision>3</cp:revision>
  <dcterms:created xsi:type="dcterms:W3CDTF">2026-02-08T16:06:02Z</dcterms:created>
  <dcterms:modified xsi:type="dcterms:W3CDTF">2026-02-09T22:43:02Z</dcterms:modified>
</cp:coreProperties>
</file>